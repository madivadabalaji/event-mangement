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12192000"/>
  <p:embeddedFontLst>
    <p:embeddedFont>
      <p:font typeface="Raleway" pitchFamily="2" charset="0"/>
      <p:regular r:id="rId12"/>
    </p:embeddedFont>
    <p:embeddedFont>
      <p:font typeface="Raleway Light" pitchFamily="2" charset="0"/>
      <p:regular r:id="rId13"/>
    </p:embeddedFont>
    <p:embeddedFont>
      <p:font typeface="Roboto" panose="02000000000000000000" pitchFamily="2" charset="0"/>
      <p:regular r:id="rId14"/>
    </p:embeddedFont>
    <p:embeddedFont>
      <p:font typeface="Roboto Bold" panose="02000000000000000000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91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1025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ECEC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92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725488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Event Management System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5233360" y="2103735"/>
            <a:ext cx="6906444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Project-Based Learning – Review 4 | Results &amp; Analysis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233360" y="2767608"/>
            <a:ext cx="1314219" cy="272752"/>
          </a:xfrm>
          <a:prstGeom prst="roundRect">
            <a:avLst>
              <a:gd name="adj" fmla="val 22121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41010" y="2821384"/>
            <a:ext cx="1708504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233360" y="3232249"/>
            <a:ext cx="2929360" cy="1299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M. Balaji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Ruthvik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Krithik Reddy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Karthikeya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607210" y="2767608"/>
            <a:ext cx="1069353" cy="272752"/>
          </a:xfrm>
          <a:prstGeom prst="roundRect">
            <a:avLst>
              <a:gd name="adj" fmla="val 22121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14859" y="2821384"/>
            <a:ext cx="1463638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INSTITUTION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07210" y="3232249"/>
            <a:ext cx="2929360" cy="1860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Faculty Mentor:</a:t>
            </a: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Dr. [Name]</a:t>
            </a:r>
            <a:endParaRPr lang="en-US" sz="1400" dirty="0"/>
          </a:p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Department:</a:t>
            </a: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B.Tech CSE – AI &amp; Data Science</a:t>
            </a:r>
            <a:endParaRPr lang="en-US" sz="1400" dirty="0"/>
          </a:p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Institution:</a:t>
            </a: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KL University, Hyderabad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Academic Year:</a:t>
            </a: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2026–2027</a:t>
            </a:r>
            <a:endParaRPr lang="en-US" sz="14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2843" y="5681067"/>
            <a:ext cx="224427" cy="17948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816752" y="5653980"/>
            <a:ext cx="6143571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7719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Objectives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645866"/>
            <a:ext cx="378014" cy="3780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5723" y="2710755"/>
            <a:ext cx="47019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Event Lifecycle Management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275723" y="3119438"/>
            <a:ext cx="470195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Centralized platform for event creation, information management, and end-to-end lifecycle coordination.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2645866"/>
            <a:ext cx="378014" cy="3780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28163" y="2710755"/>
            <a:ext cx="470205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QR-Based Attendance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828163" y="3119438"/>
            <a:ext cx="470205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Digital QR check-in for accurate, real-time attendance verification — eliminating manual errors.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102298"/>
            <a:ext cx="378014" cy="3780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75723" y="4167187"/>
            <a:ext cx="47019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Analytics &amp; Reporting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1275723" y="4575870"/>
            <a:ext cx="470195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dashboards, notifications, and performance insights for organizers and participants.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3915" y="4102298"/>
            <a:ext cx="378014" cy="3780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828163" y="4167187"/>
            <a:ext cx="470205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Scalable &amp; Adaptable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828163" y="4575870"/>
            <a:ext cx="470205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Designed for academic, professional, and competitive events with capacity tracking and centralized data.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9813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Development Approach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413173"/>
            <a:ext cx="692747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Development Lifecycle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070" y="1817787"/>
            <a:ext cx="5888287" cy="253920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77313" y="3875464"/>
            <a:ext cx="1347531" cy="166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Module Development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577313" y="3287679"/>
            <a:ext cx="1335842" cy="166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Database Design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577313" y="2705831"/>
            <a:ext cx="133584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Design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577313" y="2118046"/>
            <a:ext cx="1335842" cy="166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Requirements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987207" y="2231231"/>
            <a:ext cx="354926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Functional Workflow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987207" y="2618780"/>
            <a:ext cx="3549264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Modular development enabled independent component implementation and progressive integration, ensuring systematic validation at each stage.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61475" y="4664174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61475" y="4918075"/>
            <a:ext cx="3531901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3" name="Text 10"/>
          <p:cNvSpPr/>
          <p:nvPr/>
        </p:nvSpPr>
        <p:spPr>
          <a:xfrm>
            <a:off x="661475" y="5036443"/>
            <a:ext cx="353190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Event Creation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4329897" y="4664174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329897" y="4918075"/>
            <a:ext cx="3531901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6" name="Text 13"/>
          <p:cNvSpPr/>
          <p:nvPr/>
        </p:nvSpPr>
        <p:spPr>
          <a:xfrm>
            <a:off x="4329897" y="5036443"/>
            <a:ext cx="353190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Participant Registration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7998319" y="4664174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998319" y="4918075"/>
            <a:ext cx="3531901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9" name="Text 16"/>
          <p:cNvSpPr/>
          <p:nvPr/>
        </p:nvSpPr>
        <p:spPr>
          <a:xfrm>
            <a:off x="7998319" y="5036443"/>
            <a:ext cx="353190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QR Code Generation &amp; Check-In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661475" y="5544443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61475" y="5798344"/>
            <a:ext cx="5366112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2" name="Text 19"/>
          <p:cNvSpPr/>
          <p:nvPr/>
        </p:nvSpPr>
        <p:spPr>
          <a:xfrm>
            <a:off x="661475" y="5916712"/>
            <a:ext cx="5366112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Attendance Recording &amp; DB Storage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6164108" y="5544443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05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164108" y="5798344"/>
            <a:ext cx="5366112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5" name="Text 22"/>
          <p:cNvSpPr/>
          <p:nvPr/>
        </p:nvSpPr>
        <p:spPr>
          <a:xfrm>
            <a:off x="6164108" y="5916712"/>
            <a:ext cx="5366112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Dashboard &amp; Analytics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9266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Implementation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482626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Technology Stack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887240"/>
            <a:ext cx="2550949" cy="12223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7354" y="2066925"/>
            <a:ext cx="211539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Frontend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917354" y="2454473"/>
            <a:ext cx="211539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</a:t>
            </a:r>
            <a:r>
              <a:rPr lang="en-US" sz="1400" b="1" dirty="0"/>
              <a:t>React.js + Vite + Tailwind CSS</a:t>
            </a: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]</a:t>
            </a:r>
            <a:endParaRPr lang="en-US" sz="1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48946" y="1887240"/>
            <a:ext cx="2550949" cy="12223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04825" y="2066925"/>
            <a:ext cx="211539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Backend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3604825" y="2454473"/>
            <a:ext cx="211539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endParaRPr lang="en-US" sz="12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246140"/>
            <a:ext cx="2550949" cy="12223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7354" y="3425825"/>
            <a:ext cx="211539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Database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917354" y="3813373"/>
            <a:ext cx="211539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</a:t>
            </a:r>
            <a:endParaRPr lang="en-US" sz="12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48946" y="3246140"/>
            <a:ext cx="2550949" cy="12223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604825" y="3425825"/>
            <a:ext cx="211539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APIs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3604825" y="3813373"/>
            <a:ext cx="211539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[REST API+JSON</a:t>
            </a:r>
          </a:p>
          <a:p>
            <a:pPr marL="0" indent="0" algn="l">
              <a:lnSpc>
                <a:spcPct val="123000"/>
              </a:lnSpc>
              <a:buNone/>
            </a:pPr>
            <a:endParaRPr lang="en-US" sz="12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605040"/>
            <a:ext cx="2550949" cy="146010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17354" y="4784725"/>
            <a:ext cx="211539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QR / Attendance</a:t>
            </a:r>
            <a:endParaRPr lang="en-US" sz="1550" dirty="0"/>
          </a:p>
        </p:txBody>
      </p:sp>
      <p:sp>
        <p:nvSpPr>
          <p:cNvPr id="18" name="Text 11"/>
          <p:cNvSpPr/>
          <p:nvPr/>
        </p:nvSpPr>
        <p:spPr>
          <a:xfrm>
            <a:off x="917354" y="5172273"/>
            <a:ext cx="2115390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</a:t>
            </a:r>
            <a:r>
              <a:rPr lang="en-US" sz="1400" dirty="0"/>
              <a:t>QR Code Generation + QR Scanner</a:t>
            </a:r>
            <a:endParaRPr lang="en-US" sz="12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8946" y="4605040"/>
            <a:ext cx="2550949" cy="1460103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3604825" y="4784725"/>
            <a:ext cx="211539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Version Control</a:t>
            </a:r>
            <a:endParaRPr lang="en-US" sz="1550" dirty="0"/>
          </a:p>
        </p:txBody>
      </p:sp>
      <p:sp>
        <p:nvSpPr>
          <p:cNvPr id="21" name="Text 13"/>
          <p:cNvSpPr/>
          <p:nvPr/>
        </p:nvSpPr>
        <p:spPr>
          <a:xfrm>
            <a:off x="3604825" y="5172273"/>
            <a:ext cx="211539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[]</a:t>
            </a:r>
            <a:endParaRPr lang="en-US" sz="1250" dirty="0"/>
          </a:p>
        </p:txBody>
      </p:sp>
      <p:sp>
        <p:nvSpPr>
          <p:cNvPr id="22" name="Text 14"/>
          <p:cNvSpPr/>
          <p:nvPr/>
        </p:nvSpPr>
        <p:spPr>
          <a:xfrm>
            <a:off x="6298149" y="1482626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Implementation Modules</a:t>
            </a:r>
            <a:endParaRPr lang="en-US" sz="15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98149" y="1887240"/>
          <a:ext cx="5238420" cy="2937003"/>
        </p:xfrm>
        <a:graphic>
          <a:graphicData uri="http://schemas.openxmlformats.org/drawingml/2006/table">
            <a:tbl>
              <a:tblPr/>
              <a:tblGrid>
                <a:gridCol w="2619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9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73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Module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Status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4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Event Management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✓ Completed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4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Registration &amp; Capacity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✓ Completed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4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QR Attendance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✓ Completed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4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Notifications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[STATUS]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4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Analytics Dashboard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[STATUS]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73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Database Management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✓ Integrated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59C24513-AE8C-7638-B8BE-27DBD19AEE59}"/>
              </a:ext>
            </a:extLst>
          </p:cNvPr>
          <p:cNvSpPr txBox="1"/>
          <p:nvPr/>
        </p:nvSpPr>
        <p:spPr>
          <a:xfrm>
            <a:off x="3468303" y="2392342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Node.js + Express.js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D222440-CA2E-44B2-116B-20A8A7DAA154}"/>
              </a:ext>
            </a:extLst>
          </p:cNvPr>
          <p:cNvSpPr txBox="1"/>
          <p:nvPr/>
        </p:nvSpPr>
        <p:spPr>
          <a:xfrm>
            <a:off x="849528" y="3729518"/>
            <a:ext cx="18434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PostgreSQL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6B41677-4D8B-21B4-BA5E-4869870823D2}"/>
              </a:ext>
            </a:extLst>
          </p:cNvPr>
          <p:cNvSpPr txBox="1"/>
          <p:nvPr/>
        </p:nvSpPr>
        <p:spPr>
          <a:xfrm>
            <a:off x="3604825" y="5075278"/>
            <a:ext cx="17710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Git + GitHub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1217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Architecture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442" y="2384623"/>
            <a:ext cx="6227408" cy="28499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69016" y="2752727"/>
            <a:ext cx="1387107" cy="172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Frontend &amp; Real-Time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569016" y="2973904"/>
            <a:ext cx="1518355" cy="2617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Users, web UI, API, processing, analytics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73133" y="3689477"/>
            <a:ext cx="1377540" cy="172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Backend Services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154766" y="3910654"/>
            <a:ext cx="1395907" cy="2617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9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Event, attendance, notification logic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569016" y="4238594"/>
            <a:ext cx="1377540" cy="172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Core Database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569016" y="4459771"/>
            <a:ext cx="1518355" cy="13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Centralized persistent store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002189" y="1445518"/>
            <a:ext cx="353428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Flow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8002189" y="1864320"/>
            <a:ext cx="3534282" cy="2723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requests originate at the </a:t>
            </a: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Frontend UI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pass through the </a:t>
            </a: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API Layer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backend services. Each service independently handles event logic, attendance recording, or notifications before persisting data to the </a:t>
            </a: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centralized database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real-time processing layer continuously syncs the </a:t>
            </a: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dashboard and analytics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view, ensuring organizers always see live participant and attendance data.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002189" y="4759920"/>
            <a:ext cx="3534282" cy="1394619"/>
          </a:xfrm>
          <a:prstGeom prst="roundRect">
            <a:avLst>
              <a:gd name="adj" fmla="val 5123"/>
            </a:avLst>
          </a:prstGeom>
          <a:solidFill>
            <a:srgbClr val="E1E1EA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2246" y="4990802"/>
            <a:ext cx="212620" cy="17006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554923" y="4940102"/>
            <a:ext cx="2811491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Modular backend services enable independent scaling and fault isolation across all functional components.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31552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Screens &amp; Working Demonstration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606649"/>
            <a:ext cx="10868745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following screens illustrate the complete user journey through the system — from authentication through event creation, registration, QR check-in, and live dashboard reporting.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235696"/>
          <a:ext cx="10868745" cy="3777961"/>
        </p:xfrm>
        <a:graphic>
          <a:graphicData uri="http://schemas.openxmlformats.org/drawingml/2006/table">
            <a:tbl>
              <a:tblPr/>
              <a:tblGrid>
                <a:gridCol w="2508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602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73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#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Screen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4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Login Page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4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Home Page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4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3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Main Application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4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4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Event Creation Form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4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5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Registration Page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4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6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QR Attendance Check-In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4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7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Dashboard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73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8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Output / Results Page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0650" y="475456"/>
            <a:ext cx="4430205" cy="59070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76077"/>
            <a:ext cx="6296860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Functional Results</a:t>
            </a:r>
            <a:endParaRPr lang="en-US" sz="2750" dirty="0"/>
          </a:p>
        </p:txBody>
      </p:sp>
      <p:sp>
        <p:nvSpPr>
          <p:cNvPr id="5" name="Shape 2"/>
          <p:cNvSpPr/>
          <p:nvPr/>
        </p:nvSpPr>
        <p:spPr>
          <a:xfrm>
            <a:off x="661475" y="1278533"/>
            <a:ext cx="6296860" cy="779661"/>
          </a:xfrm>
          <a:prstGeom prst="roundRect">
            <a:avLst>
              <a:gd name="adj" fmla="val 763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9506" y="1426567"/>
            <a:ext cx="6000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✓ Event Creation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09506" y="1711722"/>
            <a:ext cx="60007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Users can create and manage full event information successfully.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61475" y="2164457"/>
            <a:ext cx="6296860" cy="779661"/>
          </a:xfrm>
          <a:prstGeom prst="roundRect">
            <a:avLst>
              <a:gd name="adj" fmla="val 763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9506" y="2312491"/>
            <a:ext cx="6000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✓ Capacity Management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09506" y="2597646"/>
            <a:ext cx="60007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Event capacity and participant limits enforced at registration.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61475" y="3050381"/>
            <a:ext cx="6296860" cy="779661"/>
          </a:xfrm>
          <a:prstGeom prst="roundRect">
            <a:avLst>
              <a:gd name="adj" fmla="val 763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9506" y="3198416"/>
            <a:ext cx="6000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✓ Participant Registration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09506" y="3483570"/>
            <a:ext cx="60007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Participants can register; data maintained centrally with tracking.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61475" y="3936305"/>
            <a:ext cx="6296860" cy="779661"/>
          </a:xfrm>
          <a:prstGeom prst="roundRect">
            <a:avLst>
              <a:gd name="adj" fmla="val 763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9506" y="4084340"/>
            <a:ext cx="6000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✓ QR Attendance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09506" y="4369495"/>
            <a:ext cx="60007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QR-based check-in records and displays live attendance status.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61475" y="4941788"/>
            <a:ext cx="131481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Notifications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532563" y="5252043"/>
            <a:ext cx="1443726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1100" dirty="0"/>
              <a:t>✓ Automated Event Alerts</a:t>
            </a:r>
            <a:br>
              <a:rPr lang="en-US" sz="1100" dirty="0"/>
            </a:br>
            <a:r>
              <a:rPr lang="en-US" sz="1100" dirty="0"/>
              <a:t>Registration confirmations, event updates, reminders, and check-in notifications are provided to users.</a:t>
            </a:r>
          </a:p>
        </p:txBody>
      </p:sp>
      <p:sp>
        <p:nvSpPr>
          <p:cNvPr id="19" name="Text 16"/>
          <p:cNvSpPr/>
          <p:nvPr/>
        </p:nvSpPr>
        <p:spPr>
          <a:xfrm>
            <a:off x="2328507" y="4941788"/>
            <a:ext cx="1314814" cy="442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Analytics Dashboard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2328507" y="5490964"/>
            <a:ext cx="131481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1100" dirty="0"/>
              <a:t>✓ Event Insights</a:t>
            </a:r>
            <a:br>
              <a:rPr lang="en-US" sz="1100" dirty="0"/>
            </a:br>
            <a:r>
              <a:rPr lang="en-US" sz="1100" dirty="0"/>
              <a:t>Displays registrations, attendance, capacity, and event performance for organizers.</a:t>
            </a:r>
          </a:p>
        </p:txBody>
      </p:sp>
      <p:sp>
        <p:nvSpPr>
          <p:cNvPr id="21" name="Text 18"/>
          <p:cNvSpPr/>
          <p:nvPr/>
        </p:nvSpPr>
        <p:spPr>
          <a:xfrm>
            <a:off x="3995538" y="4941788"/>
            <a:ext cx="1314814" cy="442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Database Operations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3995538" y="5490964"/>
            <a:ext cx="1314814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1100" dirty="0"/>
              <a:t>✓ Centralized Data Management</a:t>
            </a:r>
            <a:br>
              <a:rPr lang="en-US" sz="1100" dirty="0"/>
            </a:br>
            <a:r>
              <a:rPr lang="en-US" sz="1100" dirty="0"/>
              <a:t>Event, participant, registration, and attendance data are managed through the backend and PostgreSQL database.</a:t>
            </a:r>
          </a:p>
        </p:txBody>
      </p:sp>
      <p:sp>
        <p:nvSpPr>
          <p:cNvPr id="23" name="Text 20"/>
          <p:cNvSpPr/>
          <p:nvPr/>
        </p:nvSpPr>
        <p:spPr>
          <a:xfrm>
            <a:off x="5662570" y="4941788"/>
            <a:ext cx="1314814" cy="442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Updates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5662570" y="5490964"/>
            <a:ext cx="1314814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1100" dirty="0"/>
              <a:t>✓ Live System Updates</a:t>
            </a:r>
            <a:br>
              <a:rPr lang="en-US" sz="1100" dirty="0"/>
            </a:br>
            <a:r>
              <a:rPr lang="en-US" sz="1100" dirty="0"/>
              <a:t>Dashboard information can be updated in real time using Socket.IO.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23615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Testing Results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537990"/>
            <a:ext cx="1147833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Functional test cases were executed across all implemented modules. Fill in the status column with actual pass/fail outcomes from your test run.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891705"/>
          <a:ext cx="10868745" cy="4129774"/>
        </p:xfrm>
        <a:graphic>
          <a:graphicData uri="http://schemas.openxmlformats.org/drawingml/2006/table">
            <a:tbl>
              <a:tblPr/>
              <a:tblGrid>
                <a:gridCol w="50724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962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54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Test Case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B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B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Expected Result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1B1B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B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4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Event Creation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B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Event created successfully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B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4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Participant Registration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Participant registered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4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Capacity Validation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Capacity enforced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4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QR Verification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Valid QR records attendance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54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Duplicate Registration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Duplicate prevented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54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Database Operation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Data stored/retrieved correctly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54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API Request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Correct response returned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54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Dashboard Update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Updated data reflected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54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Notification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Notification triggered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54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Analytics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Correct metrics displayed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0324"/>
            <a:ext cx="10868745" cy="365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Results &amp; Analysis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61475" y="1077516"/>
            <a:ext cx="529160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Achievement Summary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332905"/>
            <a:ext cx="5291600" cy="823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modules — </a:t>
            </a:r>
            <a:r>
              <a:rPr lang="en-US" sz="9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Event Management, Registration &amp; Capacity, and QR Attendance</a:t>
            </a: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are successfully implemented and integrated. The system enables complete end-to-end event lifecycle management from creation through live attendance tracking.</a:t>
            </a:r>
            <a:endParaRPr lang="en-US" sz="9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</a:t>
            </a:r>
            <a:r>
              <a:rPr lang="en-US" sz="9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Frontend → Backend/API → Database → Dashboard</a:t>
            </a: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workflow is fully operational, with real-time data synchronization enabling live event monitoring and participant tracking.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244970" y="1077516"/>
            <a:ext cx="529160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Before vs. After Impact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4970" y="1341934"/>
          <a:ext cx="5291600" cy="1281477"/>
        </p:xfrm>
        <a:graphic>
          <a:graphicData uri="http://schemas.openxmlformats.org/drawingml/2006/table">
            <a:tbl>
              <a:tblPr/>
              <a:tblGrid>
                <a:gridCol w="17461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61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9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43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Aspect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7103" marR="11710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Before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7103" marR="11710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After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7103" marR="11710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5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Event Management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7103" marR="11710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Disconnected processes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7103" marR="11710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Centralized platform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7103" marR="11710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5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Attendance Recording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7103" marR="11710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Manual, error-prone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7103" marR="11710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Digital QR-based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7103" marR="11710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5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Data Tracking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7103" marR="11710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Difficult, scattered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7103" marR="11710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Centralized tracking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7103" marR="11710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3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Event Visibility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7103" marR="11710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Limited visibility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7103" marR="11710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Real-time dashboard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7103" marR="11710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4927" y="2799259"/>
            <a:ext cx="4121741" cy="35283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69663" y="3856963"/>
            <a:ext cx="1589484" cy="198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Accuracy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6527828" y="3736865"/>
            <a:ext cx="1384617" cy="198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Efficiency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5842584" y="5389969"/>
            <a:ext cx="1200943" cy="198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Scalability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750</Words>
  <Application>Microsoft Office PowerPoint</Application>
  <PresentationFormat>Widescreen</PresentationFormat>
  <Paragraphs>174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Raleway</vt:lpstr>
      <vt:lpstr>Roboto Bold</vt:lpstr>
      <vt:lpstr>Arial</vt:lpstr>
      <vt:lpstr>Roboto</vt:lpstr>
      <vt:lpstr>Raleway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Subhash Teja</cp:lastModifiedBy>
  <cp:revision>4</cp:revision>
  <dcterms:created xsi:type="dcterms:W3CDTF">2026-10-05T15:12:52Z</dcterms:created>
  <dcterms:modified xsi:type="dcterms:W3CDTF">2026-10-12T04:04:31Z</dcterms:modified>
</cp:coreProperties>
</file>